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57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7"/>
    <p:restoredTop sz="94643"/>
  </p:normalViewPr>
  <p:slideViewPr>
    <p:cSldViewPr snapToGrid="0">
      <p:cViewPr varScale="1">
        <p:scale>
          <a:sx n="88" d="100"/>
          <a:sy n="88" d="100"/>
        </p:scale>
        <p:origin x="176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731407"/>
            <a:ext cx="6480450" cy="3038878"/>
          </a:xfrm>
        </p:spPr>
        <p:txBody>
          <a:bodyPr anchor="t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315" y="5264528"/>
            <a:ext cx="6577526" cy="1001354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80" y="6426091"/>
            <a:ext cx="4357544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32188" y="6426091"/>
            <a:ext cx="1431447" cy="365125"/>
          </a:xfrm>
        </p:spPr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82685" y="6426091"/>
            <a:ext cx="603114" cy="365125"/>
          </a:xfrm>
        </p:spPr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D3F2A15-2C96-2533-3F11-3EFA30B567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0000" y="0"/>
            <a:ext cx="4571999" cy="68580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22CE8C-DC47-AF8A-A37E-C04D364B8D63}"/>
              </a:ext>
            </a:extLst>
          </p:cNvPr>
          <p:cNvCxnSpPr>
            <a:cxnSpLocks/>
          </p:cNvCxnSpPr>
          <p:nvPr/>
        </p:nvCxnSpPr>
        <p:spPr>
          <a:xfrm>
            <a:off x="533400" y="6324773"/>
            <a:ext cx="648045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5A6ADE-4FF0-6E84-4D25-A3E7A481303D}"/>
              </a:ext>
            </a:extLst>
          </p:cNvPr>
          <p:cNvCxnSpPr>
            <a:cxnSpLocks/>
          </p:cNvCxnSpPr>
          <p:nvPr/>
        </p:nvCxnSpPr>
        <p:spPr>
          <a:xfrm>
            <a:off x="533400" y="5184424"/>
            <a:ext cx="646050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306735-74E7-C788-FB5F-7BC551ED5CDD}"/>
              </a:ext>
            </a:extLst>
          </p:cNvPr>
          <p:cNvCxnSpPr>
            <a:cxnSpLocks/>
          </p:cNvCxnSpPr>
          <p:nvPr/>
        </p:nvCxnSpPr>
        <p:spPr>
          <a:xfrm>
            <a:off x="533400" y="512722"/>
            <a:ext cx="6456409" cy="0"/>
          </a:xfrm>
          <a:prstGeom prst="line">
            <a:avLst/>
          </a:prstGeom>
          <a:ln w="476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105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679" y="332308"/>
            <a:ext cx="11253667" cy="909921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1488931"/>
            <a:ext cx="11253668" cy="47007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530352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3130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F847F0-1D67-5F49-6571-5F248F11275B}"/>
              </a:ext>
            </a:extLst>
          </p:cNvPr>
          <p:cNvCxnSpPr>
            <a:cxnSpLocks/>
          </p:cNvCxnSpPr>
          <p:nvPr/>
        </p:nvCxnSpPr>
        <p:spPr>
          <a:xfrm>
            <a:off x="8173214" y="530425"/>
            <a:ext cx="3485386" cy="0"/>
          </a:xfrm>
          <a:prstGeom prst="line">
            <a:avLst/>
          </a:prstGeom>
          <a:ln w="412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280C4FA-D5DF-A52F-5EBC-E1A231F643A5}"/>
              </a:ext>
            </a:extLst>
          </p:cNvPr>
          <p:cNvCxnSpPr>
            <a:cxnSpLocks/>
          </p:cNvCxnSpPr>
          <p:nvPr/>
        </p:nvCxnSpPr>
        <p:spPr>
          <a:xfrm>
            <a:off x="8173214" y="5498461"/>
            <a:ext cx="3485386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3968" y="768351"/>
            <a:ext cx="3685656" cy="2843527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D3F2A15-2C96-2533-3F11-3EFA30B567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605681" cy="68580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9075-DF30-526B-9548-3F9D7EF9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3978" y="5681133"/>
            <a:ext cx="3655646" cy="664191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2571521-DF5C-DF9C-1A62-5F1513FC61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073978" y="6426091"/>
            <a:ext cx="2295058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135B836-FBFB-89F8-B972-11036B55F5CF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298013" y="6426091"/>
            <a:ext cx="875825" cy="365125"/>
          </a:xfrm>
        </p:spPr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0AD8387-A9F9-E9E2-1138-08C0AA4957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2391669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336" y="765750"/>
            <a:ext cx="9635668" cy="34551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428" y="5271844"/>
            <a:ext cx="9613065" cy="10013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4CDCB79-1025-8102-1BC6-378AB173CBFF}"/>
              </a:ext>
            </a:extLst>
          </p:cNvPr>
          <p:cNvCxnSpPr>
            <a:cxnSpLocks/>
          </p:cNvCxnSpPr>
          <p:nvPr/>
        </p:nvCxnSpPr>
        <p:spPr>
          <a:xfrm>
            <a:off x="533400" y="5184424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F23CAD-F5FD-3FB3-B413-1F54592B07E7}"/>
              </a:ext>
            </a:extLst>
          </p:cNvPr>
          <p:cNvCxnSpPr>
            <a:cxnSpLocks/>
          </p:cNvCxnSpPr>
          <p:nvPr/>
        </p:nvCxnSpPr>
        <p:spPr>
          <a:xfrm>
            <a:off x="533400" y="6324600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8087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97" y="3018408"/>
            <a:ext cx="8961120" cy="3247475"/>
          </a:xfrm>
        </p:spPr>
        <p:txBody>
          <a:bodyPr anchor="b">
            <a:normAutofit/>
          </a:bodyPr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D05DD5-DCB7-49C7-5E41-2DBD8B73D6D2}"/>
              </a:ext>
            </a:extLst>
          </p:cNvPr>
          <p:cNvCxnSpPr>
            <a:cxnSpLocks/>
          </p:cNvCxnSpPr>
          <p:nvPr/>
        </p:nvCxnSpPr>
        <p:spPr>
          <a:xfrm>
            <a:off x="530646" y="531958"/>
            <a:ext cx="11127954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DA663-314D-CA26-DF41-CB3FDC0733F0}"/>
              </a:ext>
            </a:extLst>
          </p:cNvPr>
          <p:cNvCxnSpPr>
            <a:cxnSpLocks/>
          </p:cNvCxnSpPr>
          <p:nvPr/>
        </p:nvCxnSpPr>
        <p:spPr>
          <a:xfrm>
            <a:off x="533400" y="6324600"/>
            <a:ext cx="111252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912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2851"/>
            <a:ext cx="7525512" cy="1882595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856" y="2502245"/>
            <a:ext cx="7492991" cy="3669956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953642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1519"/>
            <a:ext cx="6516938" cy="2091068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6526" y="2897442"/>
            <a:ext cx="6482747" cy="327983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336" y="6426091"/>
            <a:ext cx="4303014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95850" y="6416667"/>
            <a:ext cx="1420310" cy="365125"/>
          </a:xfrm>
        </p:spPr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16160" y="6416667"/>
            <a:ext cx="603114" cy="365125"/>
          </a:xfrm>
        </p:spPr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BFCD9F4-28CD-7877-8D0E-B6685E2A124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19999" y="0"/>
            <a:ext cx="4571999" cy="68579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6481B7-DF51-286F-B976-0777FDDAC524}"/>
              </a:ext>
            </a:extLst>
          </p:cNvPr>
          <p:cNvCxnSpPr>
            <a:cxnSpLocks/>
          </p:cNvCxnSpPr>
          <p:nvPr/>
        </p:nvCxnSpPr>
        <p:spPr>
          <a:xfrm>
            <a:off x="530352" y="2670800"/>
            <a:ext cx="6402856" cy="0"/>
          </a:xfrm>
          <a:prstGeom prst="line">
            <a:avLst/>
          </a:prstGeom>
          <a:ln w="9525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5164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60" y="1399734"/>
            <a:ext cx="4136461" cy="291875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3780" y="1398419"/>
            <a:ext cx="625002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2906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85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400" y="435785"/>
            <a:ext cx="4268573" cy="291875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1452" y="743106"/>
            <a:ext cx="6277070" cy="531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F873DB-8FEF-C24C-ECA0-EABFFF560476}"/>
              </a:ext>
            </a:extLst>
          </p:cNvPr>
          <p:cNvCxnSpPr>
            <a:cxnSpLocks/>
          </p:cNvCxnSpPr>
          <p:nvPr/>
        </p:nvCxnSpPr>
        <p:spPr>
          <a:xfrm>
            <a:off x="5486400" y="528489"/>
            <a:ext cx="6172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8180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3867" y="691867"/>
            <a:ext cx="5664732" cy="12126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Picture Placeholder 8">
            <a:extLst>
              <a:ext uri="{FF2B5EF4-FFF2-40B4-BE49-F238E27FC236}">
                <a16:creationId xmlns:a16="http://schemas.microsoft.com/office/drawing/2014/main" id="{38FD2E6A-E1F7-36FC-E50F-AD4CE7691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1" y="533400"/>
            <a:ext cx="4953000" cy="5811928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3865" y="2007652"/>
            <a:ext cx="5664732" cy="4315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6058518" y="530352"/>
            <a:ext cx="56000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411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971" y="691866"/>
            <a:ext cx="6680630" cy="12173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7BA63699-2EA2-4B8B-E296-BEF5937412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400"/>
            <a:ext cx="3886200" cy="5811924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7971" y="2010699"/>
            <a:ext cx="6680630" cy="431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4984096" y="533400"/>
            <a:ext cx="668063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4376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559" y="691867"/>
            <a:ext cx="6664559" cy="12173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217" y="2010699"/>
            <a:ext cx="6661902" cy="4330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7BA63699-2EA2-4B8B-E296-BEF5937412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0000" y="533400"/>
            <a:ext cx="4038600" cy="5791200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00" y="6426091"/>
            <a:ext cx="3553839" cy="365125"/>
          </a:xfrm>
        </p:spPr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3F4131-F439-B360-2C50-DC4ED02C5AF2}"/>
              </a:ext>
            </a:extLst>
          </p:cNvPr>
          <p:cNvCxnSpPr>
            <a:cxnSpLocks/>
          </p:cNvCxnSpPr>
          <p:nvPr/>
        </p:nvCxnSpPr>
        <p:spPr>
          <a:xfrm>
            <a:off x="516418" y="530352"/>
            <a:ext cx="65677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0984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376" y="691868"/>
            <a:ext cx="4577602" cy="14392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376" y="2211185"/>
            <a:ext cx="4577602" cy="395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7807F9F-79B5-ED92-41CC-A1D1A8D03E3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86400" y="533399"/>
            <a:ext cx="6172200" cy="5791201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516418" y="530352"/>
            <a:ext cx="4436582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3872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8555" y="512011"/>
            <a:ext cx="6792069" cy="125992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9A161C3-930A-50CE-D3B8-C1429E6F24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399"/>
            <a:ext cx="3886200" cy="5791201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4137143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8555" y="2148840"/>
            <a:ext cx="6792069" cy="4162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9C51D6-8120-DE83-0A77-B4C479640664}"/>
              </a:ext>
            </a:extLst>
          </p:cNvPr>
          <p:cNvCxnSpPr>
            <a:cxnSpLocks/>
          </p:cNvCxnSpPr>
          <p:nvPr/>
        </p:nvCxnSpPr>
        <p:spPr>
          <a:xfrm>
            <a:off x="4953000" y="1892587"/>
            <a:ext cx="67056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338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1935" y="691867"/>
            <a:ext cx="3052570" cy="20116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6BC46AA6-BED0-04C6-38E0-12160144CC3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399" y="533400"/>
            <a:ext cx="7667626" cy="5788757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1935" y="2889848"/>
            <a:ext cx="3052570" cy="3434752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5C6323EE-3C7E-2716-8BD0-C89545F04FC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F01E841F-9F6D-0E74-84D5-4BA2AF78F5C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CE2DCFD-EFAB-71DF-776D-014822C0AB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FBB608-C785-A34D-1B6D-96361A676495}"/>
              </a:ext>
            </a:extLst>
          </p:cNvPr>
          <p:cNvCxnSpPr>
            <a:cxnSpLocks/>
          </p:cNvCxnSpPr>
          <p:nvPr/>
        </p:nvCxnSpPr>
        <p:spPr>
          <a:xfrm>
            <a:off x="8727541" y="533400"/>
            <a:ext cx="293106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0953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399" y="4829695"/>
            <a:ext cx="4289051" cy="14131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3400"/>
            <a:ext cx="11125200" cy="4013885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77800" dir="14400000" sx="98000" sy="98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4289051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3779" y="4829695"/>
            <a:ext cx="6554822" cy="152954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0972401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755" y="691867"/>
            <a:ext cx="4067721" cy="15595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1FFBA57-7EFE-2CC4-EE45-5F1F633C1A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2521819"/>
            <a:ext cx="3886200" cy="3802781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0685" y="694944"/>
            <a:ext cx="6705600" cy="56296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4857" y="6426091"/>
            <a:ext cx="3984743" cy="365125"/>
          </a:xfrm>
        </p:spPr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035842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295957"/>
            <a:ext cx="4000501" cy="18895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4C6F3D6-B9C8-D66A-B29A-CE5D5FBDE5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400" y="531891"/>
            <a:ext cx="3886202" cy="3603594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190500" dir="144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3001" y="694944"/>
            <a:ext cx="6705599" cy="55067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354F31B-6E0C-9ACF-A3B4-2BE5DD2D21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D4992A1-A620-24C8-73C6-0C53DD6F386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2384E85-ACDE-270D-7478-1B88F47F14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04AB0D3-0312-25C6-7159-3EBA07E82C60}"/>
              </a:ext>
            </a:extLst>
          </p:cNvPr>
          <p:cNvCxnSpPr>
            <a:cxnSpLocks/>
          </p:cNvCxnSpPr>
          <p:nvPr/>
        </p:nvCxnSpPr>
        <p:spPr>
          <a:xfrm>
            <a:off x="4953001" y="531891"/>
            <a:ext cx="6705599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4E4891-5C32-2FDE-C242-EDBA3B5D1AC4}"/>
              </a:ext>
            </a:extLst>
          </p:cNvPr>
          <p:cNvCxnSpPr>
            <a:cxnSpLocks/>
          </p:cNvCxnSpPr>
          <p:nvPr/>
        </p:nvCxnSpPr>
        <p:spPr>
          <a:xfrm>
            <a:off x="533399" y="6324600"/>
            <a:ext cx="1112520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987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2889" y="5074607"/>
            <a:ext cx="11166223" cy="1068234"/>
          </a:xfrm>
        </p:spPr>
        <p:txBody>
          <a:bodyPr anchor="ctr">
            <a:normAutofit/>
          </a:bodyPr>
          <a:lstStyle>
            <a:lvl1pPr algn="ctr"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6419" y="495833"/>
            <a:ext cx="11159163" cy="4245996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sz="32000" cap="none" baseline="0">
                <a:solidFill>
                  <a:schemeClr val="accent1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2400" cap="none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2000" cap="none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1800" cap="none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1600" cap="none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ADD3D14-222C-BA8A-E4C0-8637820CBAB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FEF00E3-D3E5-F5AF-F035-66A1547A063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7222D35-3F63-3753-6F10-57879AFE3C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998540-FFAB-625C-C2E6-DC04B074A2C4}"/>
              </a:ext>
            </a:extLst>
          </p:cNvPr>
          <p:cNvCxnSpPr>
            <a:cxnSpLocks/>
          </p:cNvCxnSpPr>
          <p:nvPr/>
        </p:nvCxnSpPr>
        <p:spPr>
          <a:xfrm>
            <a:off x="530352" y="4839664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E9B0A1-4C47-68AF-0383-4819E2242D4E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0111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1480" y="722376"/>
            <a:ext cx="10762488" cy="54589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7200" cap="all" baseline="0" dirty="0">
                <a:latin typeface="+mj-lt"/>
              </a:defRPr>
            </a:lvl1pPr>
            <a:lvl2pPr marL="457200" indent="0">
              <a:lnSpc>
                <a:spcPct val="90000"/>
              </a:lnSpc>
              <a:buNone/>
              <a:defRPr lang="en-US" sz="6600" cap="all" baseline="0" dirty="0">
                <a:latin typeface="+mj-lt"/>
              </a:defRPr>
            </a:lvl2pPr>
            <a:lvl3pPr marL="9144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3pPr>
            <a:lvl4pPr marL="13716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4pPr>
            <a:lvl5pPr marL="1828800" indent="0">
              <a:lnSpc>
                <a:spcPct val="90000"/>
              </a:lnSpc>
              <a:buNone/>
              <a:defRPr lang="en-US" sz="6000" cap="all" baseline="0" dirty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4B05AAB-D167-637A-451A-510AF3173A7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B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8B3CFC-5715-1685-A039-A3162E1A6D0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5256ABD-1750-68C8-B3DD-DDDA3342C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C0A4E9-267E-8FCC-AB27-70F0E33E2D79}"/>
              </a:ext>
            </a:extLst>
          </p:cNvPr>
          <p:cNvCxnSpPr>
            <a:cxnSpLocks/>
          </p:cNvCxnSpPr>
          <p:nvPr/>
        </p:nvCxnSpPr>
        <p:spPr>
          <a:xfrm>
            <a:off x="530352" y="533400"/>
            <a:ext cx="111282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A1B5A9-A34C-A393-09C0-174C561F5FBF}"/>
              </a:ext>
            </a:extLst>
          </p:cNvPr>
          <p:cNvCxnSpPr>
            <a:cxnSpLocks/>
          </p:cNvCxnSpPr>
          <p:nvPr/>
        </p:nvCxnSpPr>
        <p:spPr>
          <a:xfrm>
            <a:off x="530352" y="6324600"/>
            <a:ext cx="111282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689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9764" y="5486400"/>
            <a:ext cx="9472473" cy="939691"/>
          </a:xfrm>
        </p:spPr>
        <p:txBody>
          <a:bodyPr anchor="ctr">
            <a:normAutofit/>
          </a:bodyPr>
          <a:lstStyle>
            <a:lvl1pPr marL="137160" indent="-137160" algn="ctr">
              <a:lnSpc>
                <a:spcPct val="100000"/>
              </a:lnSpc>
              <a:defRPr sz="1800" cap="all" baseline="0"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59761" y="667511"/>
            <a:ext cx="9413534" cy="4010998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4400" b="0" cap="none" spc="50" baseline="0">
                <a:solidFill>
                  <a:schemeClr val="accent1"/>
                </a:solidFill>
                <a:latin typeface="+mn-lt"/>
              </a:defRPr>
            </a:lvl1pPr>
            <a:lvl2pPr marL="228600" indent="0" algn="ctr">
              <a:lnSpc>
                <a:spcPct val="100000"/>
              </a:lnSpc>
              <a:buNone/>
              <a:defRPr sz="4000" b="0" cap="none" spc="50" baseline="0">
                <a:solidFill>
                  <a:schemeClr val="accent1"/>
                </a:solidFill>
                <a:latin typeface="+mn-lt"/>
              </a:defRPr>
            </a:lvl2pPr>
            <a:lvl3pPr marL="457200" indent="0" algn="ctr">
              <a:lnSpc>
                <a:spcPct val="100000"/>
              </a:lnSpc>
              <a:buNone/>
              <a:defRPr sz="3600" b="0" cap="none" spc="50" baseline="0">
                <a:solidFill>
                  <a:schemeClr val="accent1"/>
                </a:solidFill>
                <a:latin typeface="+mn-lt"/>
              </a:defRPr>
            </a:lvl3pPr>
            <a:lvl4pPr marL="685800" indent="0" algn="ctr">
              <a:lnSpc>
                <a:spcPct val="100000"/>
              </a:lnSpc>
              <a:buNone/>
              <a:defRPr sz="3200" b="0" cap="none" spc="50" baseline="0">
                <a:solidFill>
                  <a:schemeClr val="accent1"/>
                </a:solidFill>
                <a:latin typeface="+mn-lt"/>
              </a:defRPr>
            </a:lvl4pPr>
            <a:lvl5pPr marL="914400" indent="0" algn="ctr">
              <a:lnSpc>
                <a:spcPct val="100000"/>
              </a:lnSpc>
              <a:buNone/>
              <a:defRPr sz="2800" b="0" cap="none" spc="50" baseline="0">
                <a:solidFill>
                  <a:schemeClr val="accent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8922A5-1A25-C2CB-DB6C-A2CCA7E6E6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AB04756-BB80-4C64-D871-0ADC3A7778F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EF70E65-4C3D-A600-1367-6FBA2FDDE55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95B307-0002-4F55-5801-73F564B37804}"/>
              </a:ext>
            </a:extLst>
          </p:cNvPr>
          <p:cNvCxnSpPr>
            <a:cxnSpLocks/>
          </p:cNvCxnSpPr>
          <p:nvPr/>
        </p:nvCxnSpPr>
        <p:spPr>
          <a:xfrm>
            <a:off x="1399690" y="5178692"/>
            <a:ext cx="9386681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085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760"/>
            <a:ext cx="11239498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B8DBCC-227D-BB0A-7CD5-02D66CF1874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9100" y="1714500"/>
            <a:ext cx="5305425" cy="4389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BB7E01-A7E6-1882-4E9B-8EABAF71F96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45936" y="1719072"/>
            <a:ext cx="5321808" cy="43905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0608C5-C55C-14AC-C8E9-7F0530018CE5}"/>
              </a:ext>
            </a:extLst>
          </p:cNvPr>
          <p:cNvCxnSpPr>
            <a:cxnSpLocks/>
          </p:cNvCxnSpPr>
          <p:nvPr/>
        </p:nvCxnSpPr>
        <p:spPr>
          <a:xfrm>
            <a:off x="533400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870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365760"/>
            <a:ext cx="11256264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048" y="1490472"/>
            <a:ext cx="5321808" cy="64290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FD932-A581-1A49-7FAF-0FED2E2BC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9100" y="2212975"/>
            <a:ext cx="5303838" cy="3892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1490472"/>
            <a:ext cx="5321808" cy="64290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54404BD-8F2F-278E-C00B-3F1B1DE8CF2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45238" y="2212975"/>
            <a:ext cx="5321808" cy="38925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0608C5-C55C-14AC-C8E9-7F0530018CE5}"/>
              </a:ext>
            </a:extLst>
          </p:cNvPr>
          <p:cNvCxnSpPr>
            <a:cxnSpLocks/>
          </p:cNvCxnSpPr>
          <p:nvPr/>
        </p:nvCxnSpPr>
        <p:spPr>
          <a:xfrm>
            <a:off x="530352" y="1357303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62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695F-5E74-A380-8592-35FB6FC7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C6149D-58D4-7497-818C-CF30244A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8D2567-C532-BD45-FA85-03DBE3B3C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0E491-56EB-F527-8A63-FBEEE6196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36037536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E9D82C-4607-0C9D-F241-D35DBEFEF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DCFCC5-7F8E-F549-57BA-7303E9F17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BEB6A-C028-DA7D-C516-2F1316F0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7075009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541942"/>
            <a:ext cx="11256264" cy="2225185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099" y="3423301"/>
            <a:ext cx="11239499" cy="290129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457200" indent="0">
              <a:buNone/>
              <a:defRPr lang="en-US" dirty="0"/>
            </a:lvl2pPr>
            <a:lvl3pPr marL="914400" indent="0">
              <a:buNone/>
              <a:defRPr lang="en-US" dirty="0"/>
            </a:lvl3pPr>
            <a:lvl4pPr marL="1371600" indent="0">
              <a:buNone/>
              <a:defRPr lang="en-US" dirty="0"/>
            </a:lvl4pPr>
            <a:lvl5pPr marL="18288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FD55B63-1406-DAD2-DBAB-BD87EA2FB540}"/>
              </a:ext>
            </a:extLst>
          </p:cNvPr>
          <p:cNvCxnSpPr>
            <a:cxnSpLocks/>
          </p:cNvCxnSpPr>
          <p:nvPr/>
        </p:nvCxnSpPr>
        <p:spPr>
          <a:xfrm>
            <a:off x="533400" y="2978854"/>
            <a:ext cx="11159163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0898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1836238"/>
            <a:ext cx="11256264" cy="2512732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099" y="4834052"/>
            <a:ext cx="11239499" cy="140547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2000" dirty="0"/>
            </a:lvl1pPr>
            <a:lvl2pPr marL="457200" indent="0">
              <a:buNone/>
              <a:defRPr lang="en-US" sz="1800" dirty="0"/>
            </a:lvl2pPr>
            <a:lvl3pPr marL="914400" indent="0">
              <a:buNone/>
              <a:defRPr lang="en-US" sz="1600" dirty="0"/>
            </a:lvl3pPr>
            <a:lvl4pPr marL="1371600" indent="0">
              <a:buNone/>
              <a:defRPr lang="en-US" sz="1400" dirty="0"/>
            </a:lvl4pPr>
            <a:lvl5pPr marL="18288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899B98-11E6-7DB0-F79E-50A541026355}"/>
              </a:ext>
            </a:extLst>
          </p:cNvPr>
          <p:cNvCxnSpPr>
            <a:cxnSpLocks/>
          </p:cNvCxnSpPr>
          <p:nvPr/>
        </p:nvCxnSpPr>
        <p:spPr>
          <a:xfrm>
            <a:off x="533400" y="4531625"/>
            <a:ext cx="11125198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8712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D8885-34AB-348B-B40C-DC04BB91C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A8324-79CA-A8D9-E442-E86B6C5D9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A6AE7-6F4D-017B-4E47-E6811AC59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0AD3B-BF64-C59C-87F5-A7046B880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011D0-837F-56B1-5C9D-2D7A16C15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4030729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8916C8C-4316-E510-1962-E944B3382B43}"/>
              </a:ext>
            </a:extLst>
          </p:cNvPr>
          <p:cNvCxnSpPr>
            <a:cxnSpLocks/>
          </p:cNvCxnSpPr>
          <p:nvPr/>
        </p:nvCxnSpPr>
        <p:spPr>
          <a:xfrm>
            <a:off x="530352" y="533400"/>
            <a:ext cx="11125200" cy="0"/>
          </a:xfrm>
          <a:prstGeom prst="line">
            <a:avLst/>
          </a:prstGeom>
          <a:ln w="9525">
            <a:solidFill>
              <a:schemeClr val="tx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83" y="691868"/>
            <a:ext cx="11243617" cy="9011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7640" y="1754753"/>
            <a:ext cx="11240960" cy="4411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4857" y="6426091"/>
            <a:ext cx="46887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endParaRPr lang="en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846205" y="6426091"/>
            <a:ext cx="33276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fld id="{DA48C738-8A68-684B-95BB-84C8D0AF36F6}" type="datetimeFigureOut">
              <a:rPr lang="en-BR" smtClean="0"/>
              <a:t>29/08/26</a:t>
            </a:fld>
            <a:endParaRPr lang="en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187" y="6426091"/>
            <a:ext cx="6031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alpha val="60000"/>
                  </a:schemeClr>
                </a:solidFill>
              </a:defRPr>
            </a:lvl1pPr>
          </a:lstStyle>
          <a:p>
            <a:fld id="{BC6C9DF3-A3C0-7D44-A5A4-04FB7634181B}" type="slidenum">
              <a:rPr lang="en-BR" smtClean="0"/>
              <a:t>‹#›</a:t>
            </a:fld>
            <a:endParaRPr lang="en-B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1E8D67-00CA-7CDE-66AF-4E6E2CA0045D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16532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84">
          <p15:clr>
            <a:srgbClr val="F26B43"/>
          </p15:clr>
        </p15:guide>
        <p15:guide id="2" pos="4128">
          <p15:clr>
            <a:srgbClr val="F26B43"/>
          </p15:clr>
        </p15:guide>
        <p15:guide id="3" pos="3456">
          <p15:clr>
            <a:srgbClr val="F26B43"/>
          </p15:clr>
        </p15:guide>
        <p15:guide id="4" pos="27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orient="horz" pos="336">
          <p15:clr>
            <a:srgbClr val="F26B43"/>
          </p15:clr>
        </p15:guide>
        <p15:guide id="8" pos="264">
          <p15:clr>
            <a:srgbClr val="F26B43"/>
          </p15:clr>
        </p15:guide>
        <p15:guide id="9" pos="4800">
          <p15:clr>
            <a:srgbClr val="F26B43"/>
          </p15:clr>
        </p15:guide>
        <p15:guide id="10" pos="2112">
          <p15:clr>
            <a:srgbClr val="F26B43"/>
          </p15:clr>
        </p15:guide>
        <p15:guide id="11" pos="54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44B70C8-9F1B-7E38-2652-160BF87CE6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336" y="765751"/>
            <a:ext cx="9635668" cy="2509078"/>
          </a:xfrm>
        </p:spPr>
        <p:txBody>
          <a:bodyPr>
            <a:normAutofit/>
          </a:bodyPr>
          <a:lstStyle/>
          <a:p>
            <a:r>
              <a:rPr lang="en-BR" b="1" dirty="0"/>
              <a:t>Tech Challenge Fase 2 - FIAP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222C77E-2F72-5D83-54D2-1218E4A9E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428" y="5271844"/>
            <a:ext cx="9613065" cy="1001356"/>
          </a:xfrm>
        </p:spPr>
        <p:txBody>
          <a:bodyPr/>
          <a:lstStyle/>
          <a:p>
            <a:r>
              <a:rPr lang="en-US" b="1" dirty="0"/>
              <a:t>Victor Luiz Domingues</a:t>
            </a:r>
            <a:br>
              <a:rPr lang="en-US" b="1" dirty="0"/>
            </a:br>
            <a:r>
              <a:rPr lang="en-US" b="1" dirty="0"/>
              <a:t>RM: </a:t>
            </a:r>
            <a:r>
              <a:rPr lang="en-US" dirty="0"/>
              <a:t>375278</a:t>
            </a:r>
            <a:br>
              <a:rPr lang="en-US" dirty="0"/>
            </a:br>
            <a:r>
              <a:rPr lang="en-US" b="1" dirty="0" err="1"/>
              <a:t>Curso</a:t>
            </a:r>
            <a:r>
              <a:rPr lang="en-US" b="1" dirty="0"/>
              <a:t>: </a:t>
            </a:r>
            <a:r>
              <a:rPr lang="en-US" dirty="0"/>
              <a:t>IA Para Devs - 2026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1922475-72CB-B6E3-CF82-FA86B4455C60}"/>
              </a:ext>
            </a:extLst>
          </p:cNvPr>
          <p:cNvSpPr txBox="1">
            <a:spLocks/>
          </p:cNvSpPr>
          <p:nvPr/>
        </p:nvSpPr>
        <p:spPr>
          <a:xfrm>
            <a:off x="429428" y="3263444"/>
            <a:ext cx="9635668" cy="25090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800" kern="1200" cap="all" baseline="0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Sistema de </a:t>
            </a:r>
            <a:r>
              <a:rPr lang="en-US" sz="44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Otimização</a:t>
            </a:r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de </a:t>
            </a:r>
            <a:r>
              <a:rPr lang="en-US" sz="44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Rotas</a:t>
            </a:r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b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via </a:t>
            </a:r>
            <a:r>
              <a:rPr lang="en-US" sz="44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Algoritmos</a:t>
            </a:r>
            <a:r>
              <a:rPr lang="en-US" sz="4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44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Genéticos</a:t>
            </a:r>
            <a:endParaRPr lang="en-US" sz="4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564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A5467-E7C3-D267-DB0D-1EA8C592E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6CC080-6111-1D6A-BA18-3617D6586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BR" b="1" dirty="0"/>
              <a:t>Contexto </a:t>
            </a:r>
            <a:br>
              <a:rPr lang="en-BR" b="1" dirty="0"/>
            </a:br>
            <a:r>
              <a:rPr lang="en-BR" b="1" dirty="0"/>
              <a:t>e Motivação</a:t>
            </a:r>
            <a:endParaRPr lang="en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8DB7BB-B534-DA4D-C981-1D32BD684D7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856" y="2502245"/>
            <a:ext cx="7492991" cy="39629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A </a:t>
            </a:r>
            <a:r>
              <a:rPr lang="en-US" sz="1800" b="1" dirty="0" err="1"/>
              <a:t>logística</a:t>
            </a:r>
            <a:r>
              <a:rPr lang="en-US" sz="1800" b="1" dirty="0"/>
              <a:t> </a:t>
            </a:r>
            <a:r>
              <a:rPr lang="en-US" sz="1800" b="1" dirty="0" err="1"/>
              <a:t>hospitalar</a:t>
            </a:r>
            <a:r>
              <a:rPr lang="en-US" sz="1800" b="1" dirty="0"/>
              <a:t> </a:t>
            </a:r>
            <a:r>
              <a:rPr lang="en-US" sz="1800" b="1" dirty="0" err="1"/>
              <a:t>precisa</a:t>
            </a:r>
            <a:r>
              <a:rPr lang="en-US" sz="1800" b="1" dirty="0"/>
              <a:t> </a:t>
            </a:r>
            <a:r>
              <a:rPr lang="en-US" sz="1800" b="1" dirty="0" err="1"/>
              <a:t>entregar</a:t>
            </a:r>
            <a:r>
              <a:rPr lang="en-US" sz="1800" b="1" dirty="0"/>
              <a:t> </a:t>
            </a:r>
            <a:r>
              <a:rPr lang="en-US" sz="1800" b="1" dirty="0" err="1"/>
              <a:t>itens</a:t>
            </a:r>
            <a:r>
              <a:rPr lang="en-US" sz="1800" b="1" dirty="0"/>
              <a:t> </a:t>
            </a:r>
            <a:r>
              <a:rPr lang="en-US" sz="1800" b="1" dirty="0" err="1"/>
              <a:t>certos</a:t>
            </a:r>
            <a:r>
              <a:rPr lang="en-US" sz="1800" b="1" dirty="0"/>
              <a:t>, no </a:t>
            </a:r>
            <a:r>
              <a:rPr lang="en-US" sz="1800" b="1" dirty="0" err="1"/>
              <a:t>menor</a:t>
            </a:r>
            <a:r>
              <a:rPr lang="en-US" sz="1800" b="1" dirty="0"/>
              <a:t> tempo </a:t>
            </a:r>
            <a:r>
              <a:rPr lang="en-US" sz="1800" b="1" dirty="0" err="1"/>
              <a:t>possível</a:t>
            </a:r>
            <a:r>
              <a:rPr lang="en-US" sz="1800" b="1" dirty="0"/>
              <a:t>, </a:t>
            </a:r>
            <a:r>
              <a:rPr lang="en-US" sz="1800" b="1" dirty="0" err="1"/>
              <a:t>usando</a:t>
            </a:r>
            <a:r>
              <a:rPr lang="en-US" sz="1800" b="1" dirty="0"/>
              <a:t> </a:t>
            </a:r>
            <a:r>
              <a:rPr lang="en-US" sz="1800" b="1" dirty="0" err="1"/>
              <a:t>bem</a:t>
            </a:r>
            <a:r>
              <a:rPr lang="en-US" sz="1800" b="1" dirty="0"/>
              <a:t> a </a:t>
            </a:r>
            <a:r>
              <a:rPr lang="en-US" sz="1800" b="1" dirty="0" err="1"/>
              <a:t>frota</a:t>
            </a:r>
            <a:r>
              <a:rPr lang="en-US" sz="1800" b="1" dirty="0"/>
              <a:t> </a:t>
            </a:r>
            <a:r>
              <a:rPr lang="en-US" sz="1800" b="1" dirty="0" err="1"/>
              <a:t>disponível</a:t>
            </a:r>
            <a:r>
              <a:rPr lang="en-US" sz="1800" b="1" dirty="0"/>
              <a:t>.</a:t>
            </a:r>
          </a:p>
          <a:p>
            <a:pPr marL="0" indent="0">
              <a:buNone/>
            </a:pPr>
            <a:endParaRPr lang="en-US" sz="1800" b="1" dirty="0"/>
          </a:p>
          <a:p>
            <a:pPr marL="0" indent="0">
              <a:buNone/>
            </a:pPr>
            <a:r>
              <a:rPr lang="en-US" sz="1800" b="1" dirty="0">
                <a:solidFill>
                  <a:srgbClr val="E4572F"/>
                </a:solidFill>
              </a:rPr>
              <a:t>Motivações: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1. </a:t>
            </a:r>
            <a:r>
              <a:rPr lang="en-US" sz="1800" dirty="0" err="1"/>
              <a:t>Reduzir</a:t>
            </a:r>
            <a:r>
              <a:rPr lang="en-US" sz="1800" dirty="0"/>
              <a:t> </a:t>
            </a:r>
            <a:r>
              <a:rPr lang="en-US" sz="1800" dirty="0" err="1"/>
              <a:t>distância</a:t>
            </a:r>
            <a:r>
              <a:rPr lang="en-US" sz="1800" dirty="0"/>
              <a:t> e </a:t>
            </a:r>
            <a:r>
              <a:rPr lang="en-US" sz="1800" dirty="0" err="1"/>
              <a:t>custo</a:t>
            </a:r>
            <a:r>
              <a:rPr lang="en-US" sz="1800" dirty="0"/>
              <a:t> </a:t>
            </a:r>
            <a:r>
              <a:rPr lang="en-US" sz="1800" dirty="0" err="1"/>
              <a:t>operacional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dirty="0"/>
              <a:t>2. </a:t>
            </a:r>
            <a:r>
              <a:rPr lang="en-US" sz="1800" dirty="0" err="1"/>
              <a:t>Priorizar</a:t>
            </a:r>
            <a:r>
              <a:rPr lang="en-US" sz="1800" dirty="0"/>
              <a:t> </a:t>
            </a:r>
            <a:r>
              <a:rPr lang="en-US" sz="1800" dirty="0" err="1"/>
              <a:t>medicamentos</a:t>
            </a:r>
            <a:r>
              <a:rPr lang="en-US" sz="1800" dirty="0"/>
              <a:t> </a:t>
            </a:r>
            <a:r>
              <a:rPr lang="en-US" sz="1800" dirty="0" err="1"/>
              <a:t>críticos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dirty="0"/>
              <a:t>3. </a:t>
            </a:r>
            <a:r>
              <a:rPr lang="en-US" sz="1800" dirty="0" err="1"/>
              <a:t>Melhorar</a:t>
            </a:r>
            <a:r>
              <a:rPr lang="en-US" sz="1800" dirty="0"/>
              <a:t> o </a:t>
            </a:r>
            <a:r>
              <a:rPr lang="en-US" sz="1800" dirty="0" err="1"/>
              <a:t>uso</a:t>
            </a:r>
            <a:r>
              <a:rPr lang="en-US" sz="1800" dirty="0"/>
              <a:t> dos </a:t>
            </a:r>
            <a:r>
              <a:rPr lang="en-US" sz="1800" dirty="0" err="1"/>
              <a:t>veículos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dirty="0"/>
              <a:t>4. </a:t>
            </a:r>
            <a:r>
              <a:rPr lang="en-US" sz="1800" dirty="0" err="1"/>
              <a:t>Apoiar</a:t>
            </a:r>
            <a:r>
              <a:rPr lang="en-US" sz="1800" dirty="0"/>
              <a:t> </a:t>
            </a:r>
            <a:r>
              <a:rPr lang="en-US" sz="1800" dirty="0" err="1"/>
              <a:t>decisões</a:t>
            </a:r>
            <a:r>
              <a:rPr lang="en-US" sz="1800" dirty="0"/>
              <a:t> com dados e </a:t>
            </a:r>
            <a:r>
              <a:rPr lang="en-US" sz="1800" dirty="0" err="1"/>
              <a:t>automação</a:t>
            </a:r>
            <a:endParaRPr lang="en-BR" sz="1800" dirty="0"/>
          </a:p>
        </p:txBody>
      </p:sp>
    </p:spTree>
    <p:extLst>
      <p:ext uri="{BB962C8B-B14F-4D97-AF65-F5344CB8AC3E}">
        <p14:creationId xmlns:p14="http://schemas.microsoft.com/office/powerpoint/2010/main" val="110527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0F7C9D-0D0E-575B-96EE-96A012CB1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BR" b="1" dirty="0"/>
              <a:t>Apresentação </a:t>
            </a:r>
            <a:br>
              <a:rPr lang="en-BR" b="1" dirty="0"/>
            </a:br>
            <a:r>
              <a:rPr lang="en-BR" b="1" dirty="0"/>
              <a:t>do Projeto</a:t>
            </a:r>
            <a:endParaRPr lang="en-BR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EAB1BB-C4DA-5569-ED20-010ADCC14D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00" b="1" dirty="0"/>
              <a:t>O </a:t>
            </a:r>
            <a:r>
              <a:rPr lang="en-US" sz="1700" b="1" dirty="0" err="1"/>
              <a:t>projeto</a:t>
            </a:r>
            <a:r>
              <a:rPr lang="en-US" sz="1700" b="1" dirty="0"/>
              <a:t> </a:t>
            </a:r>
            <a:r>
              <a:rPr lang="en-US" sz="1700" b="1" dirty="0" err="1"/>
              <a:t>propõe</a:t>
            </a:r>
            <a:r>
              <a:rPr lang="en-US" sz="1700" b="1" dirty="0"/>
              <a:t> </a:t>
            </a:r>
            <a:r>
              <a:rPr lang="en-US" sz="1700" b="1" dirty="0" err="1"/>
              <a:t>uma</a:t>
            </a:r>
            <a:r>
              <a:rPr lang="en-US" sz="1700" b="1" dirty="0"/>
              <a:t> </a:t>
            </a:r>
            <a:r>
              <a:rPr lang="en-US" sz="1700" b="1" dirty="0" err="1"/>
              <a:t>solução</a:t>
            </a:r>
            <a:r>
              <a:rPr lang="en-US" sz="1700" b="1" dirty="0"/>
              <a:t> de </a:t>
            </a:r>
            <a:r>
              <a:rPr lang="en-US" sz="1700" b="1" dirty="0" err="1"/>
              <a:t>otimização</a:t>
            </a:r>
            <a:r>
              <a:rPr lang="en-US" sz="1700" b="1" dirty="0"/>
              <a:t> de </a:t>
            </a:r>
            <a:r>
              <a:rPr lang="en-US" sz="1700" b="1" dirty="0" err="1"/>
              <a:t>rotas</a:t>
            </a:r>
            <a:r>
              <a:rPr lang="en-US" sz="1700" b="1" dirty="0"/>
              <a:t> para </a:t>
            </a:r>
            <a:r>
              <a:rPr lang="en-US" sz="1700" b="1" dirty="0" err="1"/>
              <a:t>distribuição</a:t>
            </a:r>
            <a:r>
              <a:rPr lang="en-US" sz="1700" b="1" dirty="0"/>
              <a:t> de </a:t>
            </a:r>
            <a:r>
              <a:rPr lang="en-US" sz="1700" b="1" dirty="0" err="1"/>
              <a:t>medicamentos</a:t>
            </a:r>
            <a:r>
              <a:rPr lang="en-US" sz="1700" b="1" dirty="0"/>
              <a:t> e </a:t>
            </a:r>
            <a:r>
              <a:rPr lang="en-US" sz="1700" b="1" dirty="0" err="1"/>
              <a:t>insumos</a:t>
            </a:r>
            <a:r>
              <a:rPr lang="en-US" sz="1700" b="1" dirty="0"/>
              <a:t> entre </a:t>
            </a:r>
            <a:r>
              <a:rPr lang="en-US" sz="1700" b="1" dirty="0" err="1"/>
              <a:t>hospitais</a:t>
            </a:r>
            <a:r>
              <a:rPr lang="en-US" sz="1700" b="1" dirty="0"/>
              <a:t> </a:t>
            </a:r>
            <a:r>
              <a:rPr lang="en-US" sz="1700" b="1" dirty="0" err="1"/>
              <a:t>públicos</a:t>
            </a:r>
            <a:r>
              <a:rPr lang="en-US" sz="1700" b="1" dirty="0"/>
              <a:t> de São Paulo.</a:t>
            </a:r>
          </a:p>
          <a:p>
            <a:pPr marL="0" indent="0">
              <a:buNone/>
            </a:pPr>
            <a:r>
              <a:rPr lang="en-US" sz="1700" b="1" dirty="0" err="1">
                <a:solidFill>
                  <a:srgbClr val="E4572F"/>
                </a:solidFill>
              </a:rPr>
              <a:t>Otimizador</a:t>
            </a:r>
            <a:r>
              <a:rPr lang="en-US" sz="1700" b="1" dirty="0">
                <a:solidFill>
                  <a:srgbClr val="E4572F"/>
                </a:solidFill>
              </a:rPr>
              <a:t> de </a:t>
            </a:r>
            <a:r>
              <a:rPr lang="en-US" sz="1700" b="1" dirty="0" err="1">
                <a:solidFill>
                  <a:srgbClr val="E4572F"/>
                </a:solidFill>
              </a:rPr>
              <a:t>Rotas</a:t>
            </a:r>
            <a:r>
              <a:rPr lang="en-US" sz="1700" b="1" dirty="0">
                <a:solidFill>
                  <a:srgbClr val="E4572F"/>
                </a:solidFill>
              </a:rPr>
              <a:t> para </a:t>
            </a:r>
            <a:r>
              <a:rPr lang="en-US" sz="1700" b="1" dirty="0" err="1">
                <a:solidFill>
                  <a:srgbClr val="E4572F"/>
                </a:solidFill>
              </a:rPr>
              <a:t>Distribuição</a:t>
            </a:r>
            <a:r>
              <a:rPr lang="en-US" sz="1700" b="1" dirty="0">
                <a:solidFill>
                  <a:srgbClr val="E4572F"/>
                </a:solidFill>
              </a:rPr>
              <a:t> de </a:t>
            </a:r>
            <a:r>
              <a:rPr lang="en-US" sz="1700" b="1" dirty="0" err="1">
                <a:solidFill>
                  <a:srgbClr val="E4572F"/>
                </a:solidFill>
              </a:rPr>
              <a:t>Medicamentos</a:t>
            </a:r>
            <a:r>
              <a:rPr lang="en-US" sz="1700" b="1" dirty="0">
                <a:solidFill>
                  <a:srgbClr val="E4572F"/>
                </a:solidFill>
              </a:rPr>
              <a:t> e </a:t>
            </a:r>
            <a:r>
              <a:rPr lang="en-US" sz="1700" b="1" dirty="0" err="1">
                <a:solidFill>
                  <a:srgbClr val="E4572F"/>
                </a:solidFill>
              </a:rPr>
              <a:t>Insumos</a:t>
            </a:r>
            <a:r>
              <a:rPr lang="en-US" sz="1700" b="1" dirty="0">
                <a:solidFill>
                  <a:srgbClr val="E4572F"/>
                </a:solidFill>
              </a:rPr>
              <a:t> – ORDMI</a:t>
            </a:r>
          </a:p>
          <a:p>
            <a:pPr marL="0" indent="0">
              <a:buNone/>
            </a:pPr>
            <a:endParaRPr lang="en-US" sz="1700" b="1" dirty="0">
              <a:solidFill>
                <a:srgbClr val="E4572F"/>
              </a:solidFill>
            </a:endParaRPr>
          </a:p>
          <a:p>
            <a:pPr marL="0" indent="0">
              <a:buNone/>
            </a:pPr>
            <a:r>
              <a:rPr lang="en-US" sz="1700" b="1" dirty="0"/>
              <a:t>Pontos </a:t>
            </a:r>
            <a:r>
              <a:rPr lang="en-US" sz="1700" b="1" dirty="0" err="1"/>
              <a:t>principais</a:t>
            </a:r>
            <a:r>
              <a:rPr lang="en-US" sz="1700" b="1" dirty="0"/>
              <a:t>:</a:t>
            </a:r>
            <a:endParaRPr lang="en-US" sz="1700" dirty="0"/>
          </a:p>
          <a:p>
            <a:pPr marL="0" indent="0">
              <a:buNone/>
            </a:pPr>
            <a:r>
              <a:rPr lang="en-US" sz="1700" dirty="0"/>
              <a:t>1. Usa </a:t>
            </a:r>
            <a:r>
              <a:rPr lang="en-US" sz="1700" dirty="0" err="1"/>
              <a:t>algoritmos</a:t>
            </a:r>
            <a:r>
              <a:rPr lang="en-US" sz="1700" dirty="0"/>
              <a:t> </a:t>
            </a:r>
            <a:r>
              <a:rPr lang="en-US" sz="1700" dirty="0" err="1"/>
              <a:t>genéticos</a:t>
            </a:r>
            <a:r>
              <a:rPr lang="en-US" sz="1700" dirty="0"/>
              <a:t> para resolver </a:t>
            </a:r>
            <a:r>
              <a:rPr lang="en-US" sz="1700" dirty="0" err="1"/>
              <a:t>problemas</a:t>
            </a:r>
            <a:r>
              <a:rPr lang="en-US" sz="1700" dirty="0"/>
              <a:t> de </a:t>
            </a:r>
            <a:r>
              <a:rPr lang="en-US" sz="1700" dirty="0" err="1"/>
              <a:t>roteamento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r>
              <a:rPr lang="en-US" sz="1700" dirty="0"/>
              <a:t>2. </a:t>
            </a:r>
            <a:r>
              <a:rPr lang="en-US" sz="1700" dirty="0" err="1"/>
              <a:t>Evolui</a:t>
            </a:r>
            <a:r>
              <a:rPr lang="en-US" sz="1700" dirty="0"/>
              <a:t> do TSP </a:t>
            </a:r>
            <a:r>
              <a:rPr lang="en-US" sz="1700" dirty="0" err="1"/>
              <a:t>clássico</a:t>
            </a:r>
            <a:r>
              <a:rPr lang="en-US" sz="1700" dirty="0"/>
              <a:t> para o VRP com </a:t>
            </a:r>
            <a:r>
              <a:rPr lang="en-US" sz="1700" dirty="0" err="1"/>
              <a:t>múltiplos</a:t>
            </a:r>
            <a:r>
              <a:rPr lang="en-US" sz="1700" dirty="0"/>
              <a:t> </a:t>
            </a:r>
            <a:r>
              <a:rPr lang="en-US" sz="1700" dirty="0" err="1"/>
              <a:t>veículos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r>
              <a:rPr lang="en-US" sz="1700" dirty="0"/>
              <a:t>3. </a:t>
            </a:r>
            <a:r>
              <a:rPr lang="en-US" sz="1700" b="1" dirty="0" err="1"/>
              <a:t>Considera</a:t>
            </a:r>
            <a:r>
              <a:rPr lang="en-US" sz="1700" b="1" dirty="0"/>
              <a:t> </a:t>
            </a:r>
            <a:r>
              <a:rPr lang="en-US" sz="1700" b="1" dirty="0" err="1"/>
              <a:t>restrições</a:t>
            </a:r>
            <a:r>
              <a:rPr lang="en-US" sz="1700" b="1" dirty="0"/>
              <a:t> reais: </a:t>
            </a:r>
            <a:r>
              <a:rPr lang="en-US" sz="1700" dirty="0" err="1"/>
              <a:t>capacidade</a:t>
            </a:r>
            <a:r>
              <a:rPr lang="en-US" sz="1700" dirty="0"/>
              <a:t>, </a:t>
            </a:r>
            <a:r>
              <a:rPr lang="en-US" sz="1700" dirty="0" err="1"/>
              <a:t>autonomia</a:t>
            </a:r>
            <a:r>
              <a:rPr lang="en-US" sz="1700" dirty="0"/>
              <a:t> e </a:t>
            </a:r>
            <a:r>
              <a:rPr lang="en-US" sz="1700" dirty="0" err="1"/>
              <a:t>prioridade</a:t>
            </a:r>
            <a:r>
              <a:rPr lang="en-US" sz="1700" dirty="0"/>
              <a:t>.</a:t>
            </a:r>
          </a:p>
          <a:p>
            <a:pPr marL="0" indent="0">
              <a:buNone/>
            </a:pPr>
            <a:r>
              <a:rPr lang="en-US" sz="1700" dirty="0"/>
              <a:t>4. Integra LLM para </a:t>
            </a:r>
            <a:r>
              <a:rPr lang="en-US" sz="1700" dirty="0" err="1"/>
              <a:t>gerar</a:t>
            </a:r>
            <a:r>
              <a:rPr lang="en-US" sz="1700" dirty="0"/>
              <a:t> </a:t>
            </a:r>
            <a:r>
              <a:rPr lang="en-US" sz="1700" dirty="0" err="1"/>
              <a:t>instruções</a:t>
            </a:r>
            <a:r>
              <a:rPr lang="en-US" sz="1700" dirty="0"/>
              <a:t> e </a:t>
            </a:r>
            <a:r>
              <a:rPr lang="en-US" sz="1700" dirty="0" err="1"/>
              <a:t>relatórios</a:t>
            </a:r>
            <a:r>
              <a:rPr lang="en-US" sz="1700" dirty="0"/>
              <a:t> </a:t>
            </a:r>
            <a:r>
              <a:rPr lang="en-US" sz="1700" dirty="0" err="1"/>
              <a:t>operacionais</a:t>
            </a:r>
            <a:r>
              <a:rPr lang="en-US" sz="1700" dirty="0"/>
              <a:t>.</a:t>
            </a:r>
            <a:endParaRPr lang="en-BR" sz="1700" dirty="0"/>
          </a:p>
        </p:txBody>
      </p:sp>
    </p:spTree>
    <p:extLst>
      <p:ext uri="{BB962C8B-B14F-4D97-AF65-F5344CB8AC3E}">
        <p14:creationId xmlns:p14="http://schemas.microsoft.com/office/powerpoint/2010/main" val="373454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38256-48EB-0EAE-4373-54774B2A5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D9353A-8304-2498-4DCC-A809A2A8F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980" y="0"/>
            <a:ext cx="9057736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DCDA32E-B8B4-E03D-8CE7-A2C903E0F18B}"/>
              </a:ext>
            </a:extLst>
          </p:cNvPr>
          <p:cNvSpPr txBox="1"/>
          <p:nvPr/>
        </p:nvSpPr>
        <p:spPr>
          <a:xfrm>
            <a:off x="136522" y="265893"/>
            <a:ext cx="31170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 err="1">
                <a:latin typeface="+mj-lt"/>
              </a:rPr>
              <a:t>Otimizador</a:t>
            </a:r>
            <a:r>
              <a:rPr lang="en-US" sz="1800" dirty="0">
                <a:latin typeface="+mj-lt"/>
              </a:rPr>
              <a:t> de </a:t>
            </a:r>
            <a:r>
              <a:rPr lang="en-US" sz="1800" dirty="0" err="1">
                <a:latin typeface="+mj-lt"/>
              </a:rPr>
              <a:t>Rotas</a:t>
            </a:r>
            <a:r>
              <a:rPr lang="en-US" sz="1800" dirty="0">
                <a:latin typeface="+mj-lt"/>
              </a:rPr>
              <a:t> para </a:t>
            </a:r>
            <a:r>
              <a:rPr lang="en-US" sz="1800" dirty="0" err="1">
                <a:latin typeface="+mj-lt"/>
              </a:rPr>
              <a:t>Distribuição</a:t>
            </a:r>
            <a:r>
              <a:rPr lang="en-US" sz="1800" dirty="0">
                <a:latin typeface="+mj-lt"/>
              </a:rPr>
              <a:t> de </a:t>
            </a:r>
            <a:br>
              <a:rPr lang="en-US" sz="1800" dirty="0">
                <a:latin typeface="+mj-lt"/>
              </a:rPr>
            </a:br>
            <a:r>
              <a:rPr lang="en-US" sz="1800" dirty="0" err="1">
                <a:latin typeface="+mj-lt"/>
              </a:rPr>
              <a:t>Medicamentos</a:t>
            </a:r>
            <a:r>
              <a:rPr lang="en-US" sz="1800" dirty="0">
                <a:latin typeface="+mj-lt"/>
              </a:rPr>
              <a:t> e </a:t>
            </a:r>
            <a:r>
              <a:rPr lang="en-US" sz="1800" dirty="0" err="1">
                <a:latin typeface="+mj-lt"/>
              </a:rPr>
              <a:t>Insumos</a:t>
            </a:r>
            <a:r>
              <a:rPr lang="en-US" sz="1800" dirty="0">
                <a:latin typeface="+mj-lt"/>
              </a:rPr>
              <a:t> </a:t>
            </a:r>
            <a:r>
              <a:rPr lang="en-US" sz="1800" b="1" dirty="0">
                <a:latin typeface="+mj-lt"/>
              </a:rPr>
              <a:t>ORDMI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0547A6-16D8-FA80-0541-FAF9C7C10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522" y="5916702"/>
            <a:ext cx="7525512" cy="1882595"/>
          </a:xfrm>
        </p:spPr>
        <p:txBody>
          <a:bodyPr>
            <a:normAutofit/>
          </a:bodyPr>
          <a:lstStyle/>
          <a:p>
            <a:r>
              <a:rPr lang="en-BR" b="1" dirty="0"/>
              <a:t>ARQUITETURA</a:t>
            </a:r>
            <a:endParaRPr lang="en-BR" dirty="0"/>
          </a:p>
        </p:txBody>
      </p:sp>
    </p:spTree>
    <p:extLst>
      <p:ext uri="{BB962C8B-B14F-4D97-AF65-F5344CB8AC3E}">
        <p14:creationId xmlns:p14="http://schemas.microsoft.com/office/powerpoint/2010/main" val="275349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372E31-717F-DAB6-462D-F6E9CC024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3FE683-2FE7-ED3E-B467-4826E895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BR" b="1" dirty="0"/>
              <a:t>AR</a:t>
            </a:r>
            <a:br>
              <a:rPr lang="en-BR" b="1" dirty="0"/>
            </a:br>
            <a:r>
              <a:rPr lang="en-BR" b="1" dirty="0"/>
              <a:t>QUI</a:t>
            </a:r>
            <a:br>
              <a:rPr lang="en-BR" b="1" dirty="0"/>
            </a:br>
            <a:r>
              <a:rPr lang="en-BR" b="1" dirty="0"/>
              <a:t>TE</a:t>
            </a:r>
            <a:br>
              <a:rPr lang="en-BR" b="1" dirty="0"/>
            </a:br>
            <a:r>
              <a:rPr lang="en-BR" b="1" dirty="0"/>
              <a:t>TU</a:t>
            </a:r>
            <a:br>
              <a:rPr lang="en-BR" b="1" dirty="0"/>
            </a:br>
            <a:r>
              <a:rPr lang="en-BR" b="1" dirty="0"/>
              <a:t>RA</a:t>
            </a:r>
            <a:endParaRPr lang="en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918519-C77D-182E-3DB0-866420384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980" y="0"/>
            <a:ext cx="90577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86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B02E17E-4F48-FA29-193D-3BA1CA44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B7F91E-5F55-A8D8-6A1C-FFD7BF23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2851"/>
            <a:ext cx="2847491" cy="1015819"/>
          </a:xfrm>
        </p:spPr>
        <p:txBody>
          <a:bodyPr>
            <a:normAutofit/>
          </a:bodyPr>
          <a:lstStyle/>
          <a:p>
            <a:r>
              <a:rPr lang="en-BR" b="1" dirty="0"/>
              <a:t>BASES</a:t>
            </a:r>
            <a:endParaRPr lang="en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712402-9A15-2C20-8E04-41C49369C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52" y="4235392"/>
            <a:ext cx="7772400" cy="19810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F6F4E45-B57F-4568-CD27-AAAE9C77F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352" y="1632086"/>
            <a:ext cx="8681862" cy="213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76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4186F-2A84-83AB-67D5-FDFE01053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8E0C92-B2B0-A797-DC17-34646E8C3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2851"/>
            <a:ext cx="2847491" cy="1015819"/>
          </a:xfrm>
        </p:spPr>
        <p:txBody>
          <a:bodyPr>
            <a:normAutofit/>
          </a:bodyPr>
          <a:lstStyle/>
          <a:p>
            <a:r>
              <a:rPr lang="en-BR" b="1" dirty="0"/>
              <a:t>ETL</a:t>
            </a:r>
            <a:endParaRPr lang="en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DB5758-B1DE-6520-C725-006DF1605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66571"/>
            <a:ext cx="7772400" cy="499654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87E12D-77C9-F855-677F-476737A16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64842"/>
            <a:ext cx="6524368" cy="42993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4F6E60-5B91-4AEB-6425-3B79CBC8C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368" y="5227078"/>
            <a:ext cx="6398740" cy="1630922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C91012C-8805-7848-0809-94AA97E824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2986" y="2150890"/>
            <a:ext cx="3741728" cy="41395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 err="1">
                <a:latin typeface="+mj-lt"/>
              </a:rPr>
              <a:t>Matriz</a:t>
            </a:r>
            <a:r>
              <a:rPr lang="en-US" sz="2400" b="1" dirty="0">
                <a:latin typeface="+mj-lt"/>
              </a:rPr>
              <a:t> </a:t>
            </a:r>
            <a:r>
              <a:rPr lang="en-US" sz="2400" b="1" dirty="0" err="1">
                <a:latin typeface="+mj-lt"/>
              </a:rPr>
              <a:t>distâncias</a:t>
            </a:r>
            <a:endParaRPr lang="en-US" sz="2400" b="1" dirty="0">
              <a:latin typeface="+mj-lt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273C15C-1D80-B242-C53F-B88DA2DAD06B}"/>
              </a:ext>
            </a:extLst>
          </p:cNvPr>
          <p:cNvSpPr txBox="1">
            <a:spLocks/>
          </p:cNvSpPr>
          <p:nvPr/>
        </p:nvSpPr>
        <p:spPr>
          <a:xfrm>
            <a:off x="6524368" y="4529497"/>
            <a:ext cx="3741728" cy="41395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457200" indent="-4572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+mj-lt"/>
              <a:buAutoNum type="arabicPeriod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+mj-lt"/>
              <a:buAutoNum type="arabicPeriod"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+mj-lt"/>
              <a:buAutoNum type="arabicPeriod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14500" indent="-3429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+mj-lt"/>
              <a:buAutoNum type="arabicPeriod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71700" indent="-3429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+mj-lt"/>
              <a:buAutoNum type="arabicPeriod"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400" b="1" dirty="0">
                <a:effectLst>
                  <a:outerShdw blurRad="50800" dist="38100" dir="5400000" algn="t" rotWithShape="0">
                    <a:schemeClr val="bg1">
                      <a:alpha val="65282"/>
                    </a:schemeClr>
                  </a:outerShdw>
                </a:effectLst>
                <a:latin typeface="+mj-lt"/>
              </a:rPr>
              <a:t>Veículos</a:t>
            </a:r>
          </a:p>
        </p:txBody>
      </p:sp>
    </p:spTree>
    <p:extLst>
      <p:ext uri="{BB962C8B-B14F-4D97-AF65-F5344CB8AC3E}">
        <p14:creationId xmlns:p14="http://schemas.microsoft.com/office/powerpoint/2010/main" val="1206830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4E6E9-4286-953C-BCCC-7DB1FE648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8E9AD-87FD-BDE3-2496-C4A557D5E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2851"/>
            <a:ext cx="4219091" cy="1015819"/>
          </a:xfrm>
        </p:spPr>
        <p:txBody>
          <a:bodyPr>
            <a:normAutofit/>
          </a:bodyPr>
          <a:lstStyle/>
          <a:p>
            <a:r>
              <a:rPr lang="en-BR" b="1" dirty="0"/>
              <a:t>HANDS ON</a:t>
            </a:r>
            <a:endParaRPr lang="en-BR" dirty="0"/>
          </a:p>
        </p:txBody>
      </p:sp>
    </p:spTree>
    <p:extLst>
      <p:ext uri="{BB962C8B-B14F-4D97-AF65-F5344CB8AC3E}">
        <p14:creationId xmlns:p14="http://schemas.microsoft.com/office/powerpoint/2010/main" val="2167753360"/>
      </p:ext>
    </p:extLst>
  </p:cSld>
  <p:clrMapOvr>
    <a:masterClrMapping/>
  </p:clrMapOvr>
</p:sld>
</file>

<file path=ppt/theme/theme1.xml><?xml version="1.0" encoding="utf-8"?>
<a:theme xmlns:a="http://schemas.openxmlformats.org/drawingml/2006/main" name="Lines">
  <a:themeElements>
    <a:clrScheme name="Lines">
      <a:dk1>
        <a:srgbClr val="0F0F0F"/>
      </a:dk1>
      <a:lt1>
        <a:sysClr val="window" lastClr="FFFFFF"/>
      </a:lt1>
      <a:dk2>
        <a:srgbClr val="0A242A"/>
      </a:dk2>
      <a:lt2>
        <a:srgbClr val="F5F2ED"/>
      </a:lt2>
      <a:accent1>
        <a:srgbClr val="E45730"/>
      </a:accent1>
      <a:accent2>
        <a:srgbClr val="27717D"/>
      </a:accent2>
      <a:accent3>
        <a:srgbClr val="8CA8B5"/>
      </a:accent3>
      <a:accent4>
        <a:srgbClr val="607381"/>
      </a:accent4>
      <a:accent5>
        <a:srgbClr val="A39990"/>
      </a:accent5>
      <a:accent6>
        <a:srgbClr val="BA3106"/>
      </a:accent6>
      <a:hlink>
        <a:srgbClr val="E45730"/>
      </a:hlink>
      <a:folHlink>
        <a:srgbClr val="24717F"/>
      </a:folHlink>
    </a:clrScheme>
    <a:fontScheme name="Univers Condensed Arial Light">
      <a:majorFont>
        <a:latin typeface="Univers Condensed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Lines" id="{73C0D9B4-D252-4142-B71F-89E39AB3FA27}" vid="{AF756BC4-928A-4ACB-8AC0-2FBFD00AF4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Lines</Template>
  <TotalTime>1434</TotalTime>
  <Words>200</Words>
  <Application>Microsoft Macintosh PowerPoint</Application>
  <PresentationFormat>Widescreen</PresentationFormat>
  <Paragraphs>29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Arial Nova Light</vt:lpstr>
      <vt:lpstr>Univers Condensed</vt:lpstr>
      <vt:lpstr>Lines</vt:lpstr>
      <vt:lpstr>Tech Challenge Fase 2 - FIAP</vt:lpstr>
      <vt:lpstr>Contexto  e Motivação</vt:lpstr>
      <vt:lpstr>Apresentação  do Projeto</vt:lpstr>
      <vt:lpstr>ARQUITETURA</vt:lpstr>
      <vt:lpstr>AR QUI TE TU RA</vt:lpstr>
      <vt:lpstr>BASES</vt:lpstr>
      <vt:lpstr>ETL</vt:lpstr>
      <vt:lpstr>HANDS 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Luiz Domingues</dc:creator>
  <cp:lastModifiedBy>Victor Luiz Domingues</cp:lastModifiedBy>
  <cp:revision>7</cp:revision>
  <dcterms:created xsi:type="dcterms:W3CDTF">2026-08-29T17:57:19Z</dcterms:created>
  <dcterms:modified xsi:type="dcterms:W3CDTF">2026-08-30T17:51:51Z</dcterms:modified>
</cp:coreProperties>
</file>