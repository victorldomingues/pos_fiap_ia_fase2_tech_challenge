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57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58"/>
  </p:normalViewPr>
  <p:slideViewPr>
    <p:cSldViewPr snapToGrid="0">
      <p:cViewPr varScale="1">
        <p:scale>
          <a:sx n="99" d="100"/>
          <a:sy n="99" d="100"/>
        </p:scale>
        <p:origin x="3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10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130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39166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087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991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53642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164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85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818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41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4376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098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872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33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095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97240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35842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987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11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689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85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70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62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0375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07500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089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871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885-34AB-348B-B40C-DC04BB91C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A8324-79CA-A8D9-E442-E86B6C5D9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A6AE7-6F4D-017B-4E47-E6811AC5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AD3B-BF64-C59C-87F5-A7046B88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011D0-837F-56B1-5C9D-2D7A16C1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3072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A48C738-8A68-684B-95BB-84C8D0AF36F6}" type="datetimeFigureOut">
              <a:rPr lang="en-BR" smtClean="0"/>
              <a:t>29/08/26</a:t>
            </a:fld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C6C9DF3-A3C0-7D44-A5A4-04FB7634181B}" type="slidenum">
              <a:rPr lang="en-BR" smtClean="0"/>
              <a:t>‹#›</a:t>
            </a:fld>
            <a:endParaRPr lang="en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1653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4B70C8-9F1B-7E38-2652-160BF87CE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1"/>
            <a:ext cx="9635668" cy="2509078"/>
          </a:xfrm>
        </p:spPr>
        <p:txBody>
          <a:bodyPr>
            <a:normAutofit/>
          </a:bodyPr>
          <a:lstStyle/>
          <a:p>
            <a:r>
              <a:rPr lang="en-BR" b="1" dirty="0"/>
              <a:t>Tech Challenge Fase 2 - FIAP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222C77E-2F72-5D83-54D2-1218E4A9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/>
          <a:lstStyle/>
          <a:p>
            <a:r>
              <a:rPr lang="en-US" b="1" dirty="0"/>
              <a:t>Victor Luiz Domingues</a:t>
            </a:r>
            <a:br>
              <a:rPr lang="en-US" b="1" dirty="0"/>
            </a:br>
            <a:r>
              <a:rPr lang="en-US" b="1" dirty="0"/>
              <a:t>RM: </a:t>
            </a:r>
            <a:r>
              <a:rPr lang="en-US" dirty="0"/>
              <a:t>375278</a:t>
            </a:r>
            <a:br>
              <a:rPr lang="en-US" dirty="0"/>
            </a:br>
            <a:r>
              <a:rPr lang="en-US" b="1" dirty="0" err="1"/>
              <a:t>Curso</a:t>
            </a:r>
            <a:r>
              <a:rPr lang="en-US" b="1" dirty="0"/>
              <a:t>: </a:t>
            </a:r>
            <a:r>
              <a:rPr lang="en-US" dirty="0"/>
              <a:t>IA Para Devs - 2026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922475-72CB-B6E3-CF82-FA86B4455C60}"/>
              </a:ext>
            </a:extLst>
          </p:cNvPr>
          <p:cNvSpPr txBox="1">
            <a:spLocks/>
          </p:cNvSpPr>
          <p:nvPr/>
        </p:nvSpPr>
        <p:spPr>
          <a:xfrm>
            <a:off x="429428" y="3263444"/>
            <a:ext cx="9635668" cy="2509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8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Sistema de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Otimização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Rotas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b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via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Algoritmos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Genéticos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564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5467-E7C3-D267-DB0D-1EA8C592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6CC080-6111-1D6A-BA18-3617D658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BR" b="1" dirty="0"/>
              <a:t>Contexto </a:t>
            </a:r>
            <a:br>
              <a:rPr lang="en-BR" b="1" dirty="0"/>
            </a:br>
            <a:r>
              <a:rPr lang="en-BR" b="1" dirty="0"/>
              <a:t>e Motivação</a:t>
            </a:r>
            <a:endParaRPr lang="en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8DB7BB-B534-DA4D-C981-1D32BD684D7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A </a:t>
            </a:r>
            <a:r>
              <a:rPr lang="en-US" sz="1800" b="1" dirty="0" err="1"/>
              <a:t>logística</a:t>
            </a:r>
            <a:r>
              <a:rPr lang="en-US" sz="1800" b="1" dirty="0"/>
              <a:t> </a:t>
            </a:r>
            <a:r>
              <a:rPr lang="en-US" sz="1800" b="1" dirty="0" err="1"/>
              <a:t>hospitalar</a:t>
            </a:r>
            <a:r>
              <a:rPr lang="en-US" sz="1800" b="1" dirty="0"/>
              <a:t> </a:t>
            </a:r>
            <a:r>
              <a:rPr lang="en-US" sz="1800" b="1" dirty="0" err="1"/>
              <a:t>precisa</a:t>
            </a:r>
            <a:r>
              <a:rPr lang="en-US" sz="1800" b="1" dirty="0"/>
              <a:t> </a:t>
            </a:r>
            <a:r>
              <a:rPr lang="en-US" sz="1800" b="1" dirty="0" err="1"/>
              <a:t>entregar</a:t>
            </a:r>
            <a:r>
              <a:rPr lang="en-US" sz="1800" b="1" dirty="0"/>
              <a:t> </a:t>
            </a:r>
            <a:r>
              <a:rPr lang="en-US" sz="1800" b="1" dirty="0" err="1"/>
              <a:t>itens</a:t>
            </a:r>
            <a:r>
              <a:rPr lang="en-US" sz="1800" b="1" dirty="0"/>
              <a:t> </a:t>
            </a:r>
            <a:r>
              <a:rPr lang="en-US" sz="1800" b="1" dirty="0" err="1"/>
              <a:t>certos</a:t>
            </a:r>
            <a:r>
              <a:rPr lang="en-US" sz="1800" b="1" dirty="0"/>
              <a:t>, no </a:t>
            </a:r>
            <a:r>
              <a:rPr lang="en-US" sz="1800" b="1" dirty="0" err="1"/>
              <a:t>menor</a:t>
            </a:r>
            <a:r>
              <a:rPr lang="en-US" sz="1800" b="1" dirty="0"/>
              <a:t> tempo </a:t>
            </a:r>
            <a:r>
              <a:rPr lang="en-US" sz="1800" b="1" dirty="0" err="1"/>
              <a:t>possível</a:t>
            </a:r>
            <a:r>
              <a:rPr lang="en-US" sz="1800" b="1" dirty="0"/>
              <a:t>, </a:t>
            </a:r>
            <a:r>
              <a:rPr lang="en-US" sz="1800" b="1" dirty="0" err="1"/>
              <a:t>usando</a:t>
            </a:r>
            <a:r>
              <a:rPr lang="en-US" sz="1800" b="1" dirty="0"/>
              <a:t> </a:t>
            </a:r>
            <a:r>
              <a:rPr lang="en-US" sz="1800" b="1" dirty="0" err="1"/>
              <a:t>bem</a:t>
            </a:r>
            <a:r>
              <a:rPr lang="en-US" sz="1800" b="1" dirty="0"/>
              <a:t> a </a:t>
            </a:r>
            <a:r>
              <a:rPr lang="en-US" sz="1800" b="1" dirty="0" err="1"/>
              <a:t>frota</a:t>
            </a:r>
            <a:r>
              <a:rPr lang="en-US" sz="1800" b="1" dirty="0"/>
              <a:t> </a:t>
            </a:r>
            <a:r>
              <a:rPr lang="en-US" sz="1800" b="1" dirty="0" err="1"/>
              <a:t>disponível</a:t>
            </a:r>
            <a:r>
              <a:rPr lang="en-US" sz="1800" b="1" dirty="0"/>
              <a:t>.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E4572F"/>
                </a:solidFill>
              </a:rPr>
              <a:t>Motivações: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1. </a:t>
            </a:r>
            <a:r>
              <a:rPr lang="en-US" sz="1800" dirty="0" err="1"/>
              <a:t>Reduzir</a:t>
            </a:r>
            <a:r>
              <a:rPr lang="en-US" sz="1800" dirty="0"/>
              <a:t> </a:t>
            </a:r>
            <a:r>
              <a:rPr lang="en-US" sz="1800" dirty="0" err="1"/>
              <a:t>distância</a:t>
            </a:r>
            <a:r>
              <a:rPr lang="en-US" sz="1800" dirty="0"/>
              <a:t> e </a:t>
            </a:r>
            <a:r>
              <a:rPr lang="en-US" sz="1800" dirty="0" err="1"/>
              <a:t>custo</a:t>
            </a:r>
            <a:r>
              <a:rPr lang="en-US" sz="1800" dirty="0"/>
              <a:t> </a:t>
            </a:r>
            <a:r>
              <a:rPr lang="en-US" sz="1800" dirty="0" err="1"/>
              <a:t>operacional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2. </a:t>
            </a:r>
            <a:r>
              <a:rPr lang="en-US" sz="1800" dirty="0" err="1"/>
              <a:t>Priorizar</a:t>
            </a:r>
            <a:r>
              <a:rPr lang="en-US" sz="1800" dirty="0"/>
              <a:t> </a:t>
            </a:r>
            <a:r>
              <a:rPr lang="en-US" sz="1800" dirty="0" err="1"/>
              <a:t>medicamentos</a:t>
            </a:r>
            <a:r>
              <a:rPr lang="en-US" sz="1800" dirty="0"/>
              <a:t> </a:t>
            </a:r>
            <a:r>
              <a:rPr lang="en-US" sz="1800" dirty="0" err="1"/>
              <a:t>críticos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3. </a:t>
            </a:r>
            <a:r>
              <a:rPr lang="en-US" sz="1800" dirty="0" err="1"/>
              <a:t>Melhorar</a:t>
            </a:r>
            <a:r>
              <a:rPr lang="en-US" sz="1800" dirty="0"/>
              <a:t> o </a:t>
            </a:r>
            <a:r>
              <a:rPr lang="en-US" sz="1800" dirty="0" err="1"/>
              <a:t>uso</a:t>
            </a:r>
            <a:r>
              <a:rPr lang="en-US" sz="1800" dirty="0"/>
              <a:t> dos </a:t>
            </a:r>
            <a:r>
              <a:rPr lang="en-US" sz="1800" dirty="0" err="1"/>
              <a:t>veículos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4. </a:t>
            </a:r>
            <a:r>
              <a:rPr lang="en-US" sz="1800" dirty="0" err="1"/>
              <a:t>Apoiar</a:t>
            </a:r>
            <a:r>
              <a:rPr lang="en-US" sz="1800" dirty="0"/>
              <a:t> </a:t>
            </a:r>
            <a:r>
              <a:rPr lang="en-US" sz="1800" dirty="0" err="1"/>
              <a:t>decisões</a:t>
            </a:r>
            <a:r>
              <a:rPr lang="en-US" sz="1800" dirty="0"/>
              <a:t> com dados e </a:t>
            </a:r>
            <a:r>
              <a:rPr lang="en-US" sz="1800" dirty="0" err="1"/>
              <a:t>automaç</a:t>
            </a:r>
            <a:endParaRPr lang="en-BR" sz="1800" dirty="0"/>
          </a:p>
        </p:txBody>
      </p:sp>
    </p:spTree>
    <p:extLst>
      <p:ext uri="{BB962C8B-B14F-4D97-AF65-F5344CB8AC3E}">
        <p14:creationId xmlns:p14="http://schemas.microsoft.com/office/powerpoint/2010/main" val="110527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0F7C9D-0D0E-575B-96EE-96A012CB1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BR" b="1" dirty="0"/>
              <a:t>Apresentação </a:t>
            </a:r>
            <a:br>
              <a:rPr lang="en-BR" b="1" dirty="0"/>
            </a:br>
            <a:r>
              <a:rPr lang="en-BR" b="1" dirty="0"/>
              <a:t>do Projeto</a:t>
            </a:r>
            <a:endParaRPr lang="en-B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EAB1BB-C4DA-5569-ED20-010ADCC14D4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/>
              <a:t>O </a:t>
            </a:r>
            <a:r>
              <a:rPr lang="en-US" sz="1700" b="1" dirty="0" err="1"/>
              <a:t>projeto</a:t>
            </a:r>
            <a:r>
              <a:rPr lang="en-US" sz="1700" b="1" dirty="0"/>
              <a:t> </a:t>
            </a:r>
            <a:r>
              <a:rPr lang="en-US" sz="1700" b="1" dirty="0" err="1"/>
              <a:t>propõe</a:t>
            </a:r>
            <a:r>
              <a:rPr lang="en-US" sz="1700" b="1" dirty="0"/>
              <a:t> </a:t>
            </a:r>
            <a:r>
              <a:rPr lang="en-US" sz="1700" b="1" dirty="0" err="1"/>
              <a:t>uma</a:t>
            </a:r>
            <a:r>
              <a:rPr lang="en-US" sz="1700" b="1" dirty="0"/>
              <a:t> </a:t>
            </a:r>
            <a:r>
              <a:rPr lang="en-US" sz="1700" b="1" dirty="0" err="1"/>
              <a:t>solução</a:t>
            </a:r>
            <a:r>
              <a:rPr lang="en-US" sz="1700" b="1" dirty="0"/>
              <a:t> de </a:t>
            </a:r>
            <a:r>
              <a:rPr lang="en-US" sz="1700" b="1" dirty="0" err="1"/>
              <a:t>otimização</a:t>
            </a:r>
            <a:r>
              <a:rPr lang="en-US" sz="1700" b="1" dirty="0"/>
              <a:t> de </a:t>
            </a:r>
            <a:r>
              <a:rPr lang="en-US" sz="1700" b="1" dirty="0" err="1"/>
              <a:t>rotas</a:t>
            </a:r>
            <a:r>
              <a:rPr lang="en-US" sz="1700" b="1" dirty="0"/>
              <a:t> para </a:t>
            </a:r>
            <a:r>
              <a:rPr lang="en-US" sz="1700" b="1" dirty="0" err="1"/>
              <a:t>distribuição</a:t>
            </a:r>
            <a:r>
              <a:rPr lang="en-US" sz="1700" b="1" dirty="0"/>
              <a:t> de </a:t>
            </a:r>
            <a:r>
              <a:rPr lang="en-US" sz="1700" b="1" dirty="0" err="1"/>
              <a:t>medicamentos</a:t>
            </a:r>
            <a:r>
              <a:rPr lang="en-US" sz="1700" b="1" dirty="0"/>
              <a:t> e </a:t>
            </a:r>
            <a:r>
              <a:rPr lang="en-US" sz="1700" b="1" dirty="0" err="1"/>
              <a:t>insumos</a:t>
            </a:r>
            <a:r>
              <a:rPr lang="en-US" sz="1700" b="1" dirty="0"/>
              <a:t> entre </a:t>
            </a:r>
            <a:r>
              <a:rPr lang="en-US" sz="1700" b="1" dirty="0" err="1"/>
              <a:t>hospitais</a:t>
            </a:r>
            <a:r>
              <a:rPr lang="en-US" sz="1700" b="1" dirty="0"/>
              <a:t> </a:t>
            </a:r>
            <a:r>
              <a:rPr lang="en-US" sz="1700" b="1" dirty="0" err="1"/>
              <a:t>públicos</a:t>
            </a:r>
            <a:r>
              <a:rPr lang="en-US" sz="1700" b="1" dirty="0"/>
              <a:t> de São Paulo.</a:t>
            </a:r>
          </a:p>
          <a:p>
            <a:pPr marL="0" indent="0">
              <a:buNone/>
            </a:pPr>
            <a:r>
              <a:rPr lang="en-US" sz="1700" b="1" dirty="0" err="1">
                <a:solidFill>
                  <a:srgbClr val="E4572F"/>
                </a:solidFill>
              </a:rPr>
              <a:t>Otimizador</a:t>
            </a:r>
            <a:r>
              <a:rPr lang="en-US" sz="1700" b="1" dirty="0">
                <a:solidFill>
                  <a:srgbClr val="E4572F"/>
                </a:solidFill>
              </a:rPr>
              <a:t> de </a:t>
            </a:r>
            <a:r>
              <a:rPr lang="en-US" sz="1700" b="1" dirty="0" err="1">
                <a:solidFill>
                  <a:srgbClr val="E4572F"/>
                </a:solidFill>
              </a:rPr>
              <a:t>Rotas</a:t>
            </a:r>
            <a:r>
              <a:rPr lang="en-US" sz="1700" b="1" dirty="0">
                <a:solidFill>
                  <a:srgbClr val="E4572F"/>
                </a:solidFill>
              </a:rPr>
              <a:t> para </a:t>
            </a:r>
            <a:r>
              <a:rPr lang="en-US" sz="1700" b="1" dirty="0" err="1">
                <a:solidFill>
                  <a:srgbClr val="E4572F"/>
                </a:solidFill>
              </a:rPr>
              <a:t>Distribuição</a:t>
            </a:r>
            <a:r>
              <a:rPr lang="en-US" sz="1700" b="1" dirty="0">
                <a:solidFill>
                  <a:srgbClr val="E4572F"/>
                </a:solidFill>
              </a:rPr>
              <a:t> de </a:t>
            </a:r>
            <a:r>
              <a:rPr lang="en-US" sz="1700" b="1" dirty="0" err="1">
                <a:solidFill>
                  <a:srgbClr val="E4572F"/>
                </a:solidFill>
              </a:rPr>
              <a:t>Medicamentos</a:t>
            </a:r>
            <a:r>
              <a:rPr lang="en-US" sz="1700" b="1" dirty="0">
                <a:solidFill>
                  <a:srgbClr val="E4572F"/>
                </a:solidFill>
              </a:rPr>
              <a:t> e </a:t>
            </a:r>
            <a:r>
              <a:rPr lang="en-US" sz="1700" b="1" dirty="0" err="1">
                <a:solidFill>
                  <a:srgbClr val="E4572F"/>
                </a:solidFill>
              </a:rPr>
              <a:t>Insumos</a:t>
            </a:r>
            <a:r>
              <a:rPr lang="en-US" sz="1700" b="1" dirty="0">
                <a:solidFill>
                  <a:srgbClr val="E4572F"/>
                </a:solidFill>
              </a:rPr>
              <a:t> – ORDMI</a:t>
            </a:r>
          </a:p>
          <a:p>
            <a:pPr marL="0" indent="0">
              <a:buNone/>
            </a:pPr>
            <a:endParaRPr lang="en-US" sz="1700" b="1" dirty="0">
              <a:solidFill>
                <a:srgbClr val="E4572F"/>
              </a:solidFill>
            </a:endParaRPr>
          </a:p>
          <a:p>
            <a:pPr marL="0" indent="0">
              <a:buNone/>
            </a:pPr>
            <a:r>
              <a:rPr lang="en-US" sz="1700" b="1" dirty="0"/>
              <a:t>Pontos </a:t>
            </a:r>
            <a:r>
              <a:rPr lang="en-US" sz="1700" b="1" dirty="0" err="1"/>
              <a:t>principais</a:t>
            </a:r>
            <a:r>
              <a:rPr lang="en-US" sz="1700" b="1" dirty="0"/>
              <a:t>: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1. Usa </a:t>
            </a:r>
            <a:r>
              <a:rPr lang="en-US" sz="1700" dirty="0" err="1"/>
              <a:t>algoritmos</a:t>
            </a:r>
            <a:r>
              <a:rPr lang="en-US" sz="1700" dirty="0"/>
              <a:t> </a:t>
            </a:r>
            <a:r>
              <a:rPr lang="en-US" sz="1700" dirty="0" err="1"/>
              <a:t>genéticos</a:t>
            </a:r>
            <a:r>
              <a:rPr lang="en-US" sz="1700" dirty="0"/>
              <a:t> para resolver </a:t>
            </a:r>
            <a:r>
              <a:rPr lang="en-US" sz="1700" dirty="0" err="1"/>
              <a:t>problemas</a:t>
            </a:r>
            <a:r>
              <a:rPr lang="en-US" sz="1700" dirty="0"/>
              <a:t> de </a:t>
            </a:r>
            <a:r>
              <a:rPr lang="en-US" sz="1700" dirty="0" err="1"/>
              <a:t>roteamento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/>
              <a:t>2. </a:t>
            </a:r>
            <a:r>
              <a:rPr lang="en-US" sz="1700" dirty="0" err="1"/>
              <a:t>Evolui</a:t>
            </a:r>
            <a:r>
              <a:rPr lang="en-US" sz="1700" dirty="0"/>
              <a:t> do TSP </a:t>
            </a:r>
            <a:r>
              <a:rPr lang="en-US" sz="1700" dirty="0" err="1"/>
              <a:t>clássico</a:t>
            </a:r>
            <a:r>
              <a:rPr lang="en-US" sz="1700" dirty="0"/>
              <a:t> para o VRP com </a:t>
            </a:r>
            <a:r>
              <a:rPr lang="en-US" sz="1700" dirty="0" err="1"/>
              <a:t>múltiplos</a:t>
            </a:r>
            <a:r>
              <a:rPr lang="en-US" sz="1700" dirty="0"/>
              <a:t> </a:t>
            </a:r>
            <a:r>
              <a:rPr lang="en-US" sz="1700" dirty="0" err="1"/>
              <a:t>veículos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/>
              <a:t>3. </a:t>
            </a:r>
            <a:r>
              <a:rPr lang="en-US" sz="1700" b="1" dirty="0" err="1"/>
              <a:t>Considera</a:t>
            </a:r>
            <a:r>
              <a:rPr lang="en-US" sz="1700" b="1" dirty="0"/>
              <a:t> </a:t>
            </a:r>
            <a:r>
              <a:rPr lang="en-US" sz="1700" b="1" dirty="0" err="1"/>
              <a:t>restrições</a:t>
            </a:r>
            <a:r>
              <a:rPr lang="en-US" sz="1700" b="1" dirty="0"/>
              <a:t> reais: </a:t>
            </a:r>
            <a:r>
              <a:rPr lang="en-US" sz="1700" dirty="0" err="1"/>
              <a:t>capacidade</a:t>
            </a:r>
            <a:r>
              <a:rPr lang="en-US" sz="1700" dirty="0"/>
              <a:t>, </a:t>
            </a:r>
            <a:r>
              <a:rPr lang="en-US" sz="1700" dirty="0" err="1"/>
              <a:t>autonomia</a:t>
            </a:r>
            <a:r>
              <a:rPr lang="en-US" sz="1700" dirty="0"/>
              <a:t> e </a:t>
            </a:r>
            <a:r>
              <a:rPr lang="en-US" sz="1700" dirty="0" err="1"/>
              <a:t>prioridade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r>
              <a:rPr lang="en-US" sz="1700" dirty="0"/>
              <a:t>4. Integra LLM para </a:t>
            </a:r>
            <a:r>
              <a:rPr lang="en-US" sz="1700" dirty="0" err="1"/>
              <a:t>gerar</a:t>
            </a:r>
            <a:r>
              <a:rPr lang="en-US" sz="1700" dirty="0"/>
              <a:t> </a:t>
            </a:r>
            <a:r>
              <a:rPr lang="en-US" sz="1700" dirty="0" err="1"/>
              <a:t>instruções</a:t>
            </a:r>
            <a:r>
              <a:rPr lang="en-US" sz="1700" dirty="0"/>
              <a:t> e </a:t>
            </a:r>
            <a:r>
              <a:rPr lang="en-US" sz="1700" dirty="0" err="1"/>
              <a:t>relatórios</a:t>
            </a:r>
            <a:r>
              <a:rPr lang="en-US" sz="1700" dirty="0"/>
              <a:t> </a:t>
            </a:r>
            <a:r>
              <a:rPr lang="en-US" sz="1700" dirty="0" err="1"/>
              <a:t>operacionais</a:t>
            </a:r>
            <a:r>
              <a:rPr lang="en-US" sz="1700" dirty="0"/>
              <a:t>.</a:t>
            </a:r>
            <a:endParaRPr lang="en-BR" sz="1700" dirty="0"/>
          </a:p>
        </p:txBody>
      </p:sp>
    </p:spTree>
    <p:extLst>
      <p:ext uri="{BB962C8B-B14F-4D97-AF65-F5344CB8AC3E}">
        <p14:creationId xmlns:p14="http://schemas.microsoft.com/office/powerpoint/2010/main" val="37345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38256-48EB-0EAE-4373-54774B2A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9D9353A-8304-2498-4DCC-A809A2A8F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980" y="0"/>
            <a:ext cx="9057736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CDA32E-B8B4-E03D-8CE7-A2C903E0F18B}"/>
              </a:ext>
            </a:extLst>
          </p:cNvPr>
          <p:cNvSpPr txBox="1"/>
          <p:nvPr/>
        </p:nvSpPr>
        <p:spPr>
          <a:xfrm>
            <a:off x="136522" y="265893"/>
            <a:ext cx="31170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+mj-lt"/>
              </a:rPr>
              <a:t>Otimizador</a:t>
            </a:r>
            <a:r>
              <a:rPr lang="en-US" sz="1800" dirty="0">
                <a:latin typeface="+mj-lt"/>
              </a:rPr>
              <a:t> de </a:t>
            </a:r>
            <a:r>
              <a:rPr lang="en-US" sz="1800" dirty="0" err="1">
                <a:latin typeface="+mj-lt"/>
              </a:rPr>
              <a:t>Rotas</a:t>
            </a:r>
            <a:r>
              <a:rPr lang="en-US" sz="1800" dirty="0">
                <a:latin typeface="+mj-lt"/>
              </a:rPr>
              <a:t> para </a:t>
            </a:r>
            <a:r>
              <a:rPr lang="en-US" sz="1800" dirty="0" err="1">
                <a:latin typeface="+mj-lt"/>
              </a:rPr>
              <a:t>Distribuição</a:t>
            </a:r>
            <a:r>
              <a:rPr lang="en-US" sz="1800" dirty="0">
                <a:latin typeface="+mj-lt"/>
              </a:rPr>
              <a:t> de </a:t>
            </a:r>
            <a:br>
              <a:rPr lang="en-US" sz="1800" dirty="0">
                <a:latin typeface="+mj-lt"/>
              </a:rPr>
            </a:br>
            <a:r>
              <a:rPr lang="en-US" sz="1800" dirty="0" err="1">
                <a:latin typeface="+mj-lt"/>
              </a:rPr>
              <a:t>Medicamentos</a:t>
            </a:r>
            <a:r>
              <a:rPr lang="en-US" sz="1800" dirty="0">
                <a:latin typeface="+mj-lt"/>
              </a:rPr>
              <a:t> e </a:t>
            </a:r>
            <a:r>
              <a:rPr lang="en-US" sz="1800" dirty="0" err="1">
                <a:latin typeface="+mj-lt"/>
              </a:rPr>
              <a:t>Insumos</a:t>
            </a:r>
            <a:r>
              <a:rPr lang="en-US" sz="1800" dirty="0">
                <a:latin typeface="+mj-lt"/>
              </a:rPr>
              <a:t> </a:t>
            </a:r>
            <a:r>
              <a:rPr lang="en-US" sz="1800" b="1" dirty="0">
                <a:latin typeface="+mj-lt"/>
              </a:rPr>
              <a:t>ORDMI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50547A6-16D8-FA80-0541-FAF9C7C1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522" y="5916702"/>
            <a:ext cx="7525512" cy="1882595"/>
          </a:xfrm>
        </p:spPr>
        <p:txBody>
          <a:bodyPr>
            <a:normAutofit/>
          </a:bodyPr>
          <a:lstStyle/>
          <a:p>
            <a:r>
              <a:rPr lang="en-BR" b="1" dirty="0"/>
              <a:t>ARQUITETURA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7534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372E31-717F-DAB6-462D-F6E9CC02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3FE683-2FE7-ED3E-B467-4826E895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BR" b="1" dirty="0"/>
              <a:t>AR</a:t>
            </a:r>
            <a:br>
              <a:rPr lang="en-BR" b="1" dirty="0"/>
            </a:br>
            <a:r>
              <a:rPr lang="en-BR" b="1" dirty="0"/>
              <a:t>QUI</a:t>
            </a:r>
            <a:br>
              <a:rPr lang="en-BR" b="1" dirty="0"/>
            </a:br>
            <a:r>
              <a:rPr lang="en-BR" b="1" dirty="0"/>
              <a:t>TE</a:t>
            </a:r>
            <a:br>
              <a:rPr lang="en-BR" b="1" dirty="0"/>
            </a:br>
            <a:r>
              <a:rPr lang="en-BR" b="1" dirty="0"/>
              <a:t>TU</a:t>
            </a:r>
            <a:br>
              <a:rPr lang="en-BR" b="1" dirty="0"/>
            </a:br>
            <a:r>
              <a:rPr lang="en-BR" b="1" dirty="0"/>
              <a:t>RA</a:t>
            </a:r>
            <a:endParaRPr lang="en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18519-C77D-182E-3DB0-86642038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980" y="0"/>
            <a:ext cx="90577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86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02E17E-4F48-FA29-193D-3BA1CA443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B7F91E-5F55-A8D8-6A1C-FFD7BF23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2847491" cy="1015819"/>
          </a:xfrm>
        </p:spPr>
        <p:txBody>
          <a:bodyPr>
            <a:normAutofit/>
          </a:bodyPr>
          <a:lstStyle/>
          <a:p>
            <a:r>
              <a:rPr lang="en-BR" b="1" dirty="0"/>
              <a:t>BASES</a:t>
            </a:r>
            <a:endParaRPr lang="en-B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712402-9A15-2C20-8E04-41C49369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2" y="4235392"/>
            <a:ext cx="7772400" cy="1981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6F4E45-B57F-4568-CD27-AAAE9C77F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2" y="1632086"/>
            <a:ext cx="8681862" cy="213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7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186F-2A84-83AB-67D5-FDFE0105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8E0C92-B2B0-A797-DC17-34646E8C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2847491" cy="1015819"/>
          </a:xfrm>
        </p:spPr>
        <p:txBody>
          <a:bodyPr>
            <a:normAutofit/>
          </a:bodyPr>
          <a:lstStyle/>
          <a:p>
            <a:r>
              <a:rPr lang="en-BR" b="1" dirty="0"/>
              <a:t>ETL</a:t>
            </a:r>
            <a:endParaRPr lang="en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B5758-B1DE-6520-C725-006DF160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66571"/>
            <a:ext cx="7772400" cy="49965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87E12D-77C9-F855-677F-476737A16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4842"/>
            <a:ext cx="6524368" cy="4299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4F6E60-5B91-4AEB-6425-3B79CBC8C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368" y="5227078"/>
            <a:ext cx="6398740" cy="1630922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C91012C-8805-7848-0809-94AA97E824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2986" y="2150890"/>
            <a:ext cx="3741728" cy="4139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+mj-lt"/>
              </a:rPr>
              <a:t>Matriz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distâncias</a:t>
            </a:r>
            <a:endParaRPr lang="en-US" sz="2400" b="1" dirty="0">
              <a:latin typeface="+mj-lt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273C15C-1D80-B242-C53F-B88DA2DAD06B}"/>
              </a:ext>
            </a:extLst>
          </p:cNvPr>
          <p:cNvSpPr txBox="1">
            <a:spLocks/>
          </p:cNvSpPr>
          <p:nvPr/>
        </p:nvSpPr>
        <p:spPr>
          <a:xfrm>
            <a:off x="6524368" y="4529497"/>
            <a:ext cx="3741728" cy="41395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+mj-lt"/>
              <a:buAutoNum type="arabicPeriod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+mj-lt"/>
              <a:buAutoNum type="arabicPeriod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sz="2400" b="1" dirty="0">
                <a:effectLst>
                  <a:outerShdw blurRad="50800" dist="38100" dir="5400000" algn="t" rotWithShape="0">
                    <a:schemeClr val="bg1">
                      <a:alpha val="65282"/>
                    </a:schemeClr>
                  </a:outerShdw>
                </a:effectLst>
                <a:latin typeface="+mj-lt"/>
              </a:rPr>
              <a:t>Veículos</a:t>
            </a:r>
          </a:p>
        </p:txBody>
      </p:sp>
    </p:spTree>
    <p:extLst>
      <p:ext uri="{BB962C8B-B14F-4D97-AF65-F5344CB8AC3E}">
        <p14:creationId xmlns:p14="http://schemas.microsoft.com/office/powerpoint/2010/main" val="1206830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4E6E9-4286-953C-BCCC-7DB1FE64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8E9AD-87FD-BDE3-2496-C4A557D5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4219091" cy="1015819"/>
          </a:xfrm>
        </p:spPr>
        <p:txBody>
          <a:bodyPr>
            <a:normAutofit/>
          </a:bodyPr>
          <a:lstStyle/>
          <a:p>
            <a:r>
              <a:rPr lang="en-BR" b="1" dirty="0"/>
              <a:t>HANDS ON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167753360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120</TotalTime>
  <Words>200</Words>
  <Application>Microsoft Macintosh PowerPoint</Application>
  <PresentationFormat>Widescreen</PresentationFormat>
  <Paragraphs>29</Paragraphs>
  <Slides>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Nova Light</vt:lpstr>
      <vt:lpstr>Univers Condensed</vt:lpstr>
      <vt:lpstr>Lines</vt:lpstr>
      <vt:lpstr>Tech Challenge Fase 2 - FIAP</vt:lpstr>
      <vt:lpstr>Contexto  e Motivação</vt:lpstr>
      <vt:lpstr>Apresentação  do Projeto</vt:lpstr>
      <vt:lpstr>ARQUITETURA</vt:lpstr>
      <vt:lpstr>AR QUI TE TU RA</vt:lpstr>
      <vt:lpstr>BASES</vt:lpstr>
      <vt:lpstr>ETL</vt:lpstr>
      <vt:lpstr>HANDS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Luiz Domingues</dc:creator>
  <cp:lastModifiedBy>Victor Luiz Domingues</cp:lastModifiedBy>
  <cp:revision>6</cp:revision>
  <dcterms:created xsi:type="dcterms:W3CDTF">2026-08-29T17:57:19Z</dcterms:created>
  <dcterms:modified xsi:type="dcterms:W3CDTF">2026-08-29T19:57:23Z</dcterms:modified>
</cp:coreProperties>
</file>